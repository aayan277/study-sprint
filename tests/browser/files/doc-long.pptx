
<file path=[Content_Types].xml><?xml version="1.0" encoding="utf-8"?>
<Types xmlns="http://schemas.openxmlformats.org/package/2006/content-types"/>
</file>

<file path=ppt/presentation.xml><?xml version="1.0" encoding="utf-8"?>
<p:presentation xmlns:a="http://schemas.openxmlformats.org/drawingml/2006/main" xmlns:p="http://schemas.openxmlformats.org/presentationml/2006/main" xmlns:r="http://schemas.openxmlformats.org/officeDocument/2006/relationships">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presentation>
</file>

<file path=ppt/_rels/presentation.xml.rels><?xml version="1.0"?><Relationships xmlns="http://schemas.openxmlformats.org/package/2006/relationships"><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1</a:t>
            </a:r>
          </a:p>
        </p:txBody>
      </p:sp>
      <p:sp>
        <p:nvSpPr>
          <p:cNvPr id="3" name="b3"/>
          <p:cNvSpPr/>
          <p:nvPr>
            <p:ph type="body"/>
          </p:nvPr>
        </p:nvSpPr>
        <p:spPr/>
        <p:txBody>
          <a:bodyPr/>
          <a:p>
            <a:r>
              <a:rPr lang="en-US"/>
              <a:t>Fact 1 about topic 1: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2.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2</a:t>
            </a:r>
          </a:p>
        </p:txBody>
      </p:sp>
      <p:sp>
        <p:nvSpPr>
          <p:cNvPr id="3" name="b3"/>
          <p:cNvSpPr/>
          <p:nvPr>
            <p:ph type="body"/>
          </p:nvPr>
        </p:nvSpPr>
        <p:spPr/>
        <p:txBody>
          <a:bodyPr/>
          <a:p>
            <a:r>
              <a:rPr lang="en-US"/>
              <a:t>Fact 2 about topic 2: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3.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3</a:t>
            </a:r>
          </a:p>
        </p:txBody>
      </p:sp>
      <p:sp>
        <p:nvSpPr>
          <p:cNvPr id="3" name="b3"/>
          <p:cNvSpPr/>
          <p:nvPr>
            <p:ph type="body"/>
          </p:nvPr>
        </p:nvSpPr>
        <p:spPr/>
        <p:txBody>
          <a:bodyPr/>
          <a:p>
            <a:r>
              <a:rPr lang="en-US"/>
              <a:t>Fact 3 about topic 3: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4.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4</a:t>
            </a:r>
          </a:p>
        </p:txBody>
      </p:sp>
      <p:sp>
        <p:nvSpPr>
          <p:cNvPr id="3" name="b3"/>
          <p:cNvSpPr/>
          <p:nvPr>
            <p:ph type="body"/>
          </p:nvPr>
        </p:nvSpPr>
        <p:spPr/>
        <p:txBody>
          <a:bodyPr/>
          <a:p>
            <a:r>
              <a:rPr lang="en-US"/>
              <a:t>Fact 4 about topic 4: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5.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5</a:t>
            </a:r>
          </a:p>
        </p:txBody>
      </p:sp>
      <p:sp>
        <p:nvSpPr>
          <p:cNvPr id="3" name="b3"/>
          <p:cNvSpPr/>
          <p:nvPr>
            <p:ph type="body"/>
          </p:nvPr>
        </p:nvSpPr>
        <p:spPr/>
        <p:txBody>
          <a:bodyPr/>
          <a:p>
            <a:r>
              <a:rPr lang="en-US"/>
              <a:t>Fact 5 about topic 5: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6.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6</a:t>
            </a:r>
          </a:p>
        </p:txBody>
      </p:sp>
      <p:sp>
        <p:nvSpPr>
          <p:cNvPr id="3" name="b3"/>
          <p:cNvSpPr/>
          <p:nvPr>
            <p:ph type="body"/>
          </p:nvPr>
        </p:nvSpPr>
        <p:spPr/>
        <p:txBody>
          <a:bodyPr/>
          <a:p>
            <a:r>
              <a:rPr lang="en-US"/>
              <a:t>Fact 6 about topic 6: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7.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7</a:t>
            </a:r>
          </a:p>
        </p:txBody>
      </p:sp>
      <p:sp>
        <p:nvSpPr>
          <p:cNvPr id="3" name="b3"/>
          <p:cNvSpPr/>
          <p:nvPr>
            <p:ph type="body"/>
          </p:nvPr>
        </p:nvSpPr>
        <p:spPr/>
        <p:txBody>
          <a:bodyPr/>
          <a:p>
            <a:r>
              <a:rPr lang="en-US"/>
              <a:t>Fact 7 about topic 7: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8.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8</a:t>
            </a:r>
          </a:p>
        </p:txBody>
      </p:sp>
      <p:sp>
        <p:nvSpPr>
          <p:cNvPr id="3" name="b3"/>
          <p:cNvSpPr/>
          <p:nvPr>
            <p:ph type="body"/>
          </p:nvPr>
        </p:nvSpPr>
        <p:spPr/>
        <p:txBody>
          <a:bodyPr/>
          <a:p>
            <a:r>
              <a:rPr lang="en-US"/>
              <a:t>Fact 8 about topic 8: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9.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9</a:t>
            </a:r>
          </a:p>
        </p:txBody>
      </p:sp>
      <p:sp>
        <p:nvSpPr>
          <p:cNvPr id="3" name="b3"/>
          <p:cNvSpPr/>
          <p:nvPr>
            <p:ph type="body"/>
          </p:nvPr>
        </p:nvSpPr>
        <p:spPr/>
        <p:txBody>
          <a:bodyPr/>
          <a:p>
            <a:r>
              <a:rPr lang="en-US"/>
              <a:t>Fact 9 about topic 9: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10.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10</a:t>
            </a:r>
          </a:p>
        </p:txBody>
      </p:sp>
      <p:sp>
        <p:nvSpPr>
          <p:cNvPr id="3" name="b3"/>
          <p:cNvSpPr/>
          <p:nvPr>
            <p:ph type="body"/>
          </p:nvPr>
        </p:nvSpPr>
        <p:spPr/>
        <p:txBody>
          <a:bodyPr/>
          <a:p>
            <a:r>
              <a:rPr lang="en-US"/>
              <a:t>Fact 10 about topic 10: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11.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11</a:t>
            </a:r>
          </a:p>
        </p:txBody>
      </p:sp>
      <p:sp>
        <p:nvSpPr>
          <p:cNvPr id="3" name="b3"/>
          <p:cNvSpPr/>
          <p:nvPr>
            <p:ph type="body"/>
          </p:nvPr>
        </p:nvSpPr>
        <p:spPr/>
        <p:txBody>
          <a:bodyPr/>
          <a:p>
            <a:r>
              <a:rPr lang="en-US"/>
              <a:t>Fact 11 about topic 11: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12.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12</a:t>
            </a:r>
          </a:p>
        </p:txBody>
      </p:sp>
      <p:sp>
        <p:nvSpPr>
          <p:cNvPr id="3" name="b3"/>
          <p:cNvSpPr/>
          <p:nvPr>
            <p:ph type="body"/>
          </p:nvPr>
        </p:nvSpPr>
        <p:spPr/>
        <p:txBody>
          <a:bodyPr/>
          <a:p>
            <a:r>
              <a:rPr lang="en-US"/>
              <a:t>Fact 12 about topic 12: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13.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13</a:t>
            </a:r>
          </a:p>
        </p:txBody>
      </p:sp>
      <p:sp>
        <p:nvSpPr>
          <p:cNvPr id="3" name="b3"/>
          <p:cNvSpPr/>
          <p:nvPr>
            <p:ph type="body"/>
          </p:nvPr>
        </p:nvSpPr>
        <p:spPr/>
        <p:txBody>
          <a:bodyPr/>
          <a:p>
            <a:r>
              <a:rPr lang="en-US"/>
              <a:t>Fact 13 about topic 13: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14.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14</a:t>
            </a:r>
          </a:p>
        </p:txBody>
      </p:sp>
      <p:sp>
        <p:nvSpPr>
          <p:cNvPr id="3" name="b3"/>
          <p:cNvSpPr/>
          <p:nvPr>
            <p:ph type="body"/>
          </p:nvPr>
        </p:nvSpPr>
        <p:spPr/>
        <p:txBody>
          <a:bodyPr/>
          <a:p>
            <a:r>
              <a:rPr lang="en-US"/>
              <a:t>Fact 14 about topic 14: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15.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15</a:t>
            </a:r>
          </a:p>
        </p:txBody>
      </p:sp>
      <p:sp>
        <p:nvSpPr>
          <p:cNvPr id="3" name="b3"/>
          <p:cNvSpPr/>
          <p:nvPr>
            <p:ph type="body"/>
          </p:nvPr>
        </p:nvSpPr>
        <p:spPr/>
        <p:txBody>
          <a:bodyPr/>
          <a:p>
            <a:r>
              <a:rPr lang="en-US"/>
              <a:t>Fact 15 about topic 15: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16.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16</a:t>
            </a:r>
          </a:p>
        </p:txBody>
      </p:sp>
      <p:sp>
        <p:nvSpPr>
          <p:cNvPr id="3" name="b3"/>
          <p:cNvSpPr/>
          <p:nvPr>
            <p:ph type="body"/>
          </p:nvPr>
        </p:nvSpPr>
        <p:spPr/>
        <p:txBody>
          <a:bodyPr/>
          <a:p>
            <a:r>
              <a:rPr lang="en-US"/>
              <a:t>Fact 16 about topic 16: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17.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17</a:t>
            </a:r>
          </a:p>
        </p:txBody>
      </p:sp>
      <p:sp>
        <p:nvSpPr>
          <p:cNvPr id="3" name="b3"/>
          <p:cNvSpPr/>
          <p:nvPr>
            <p:ph type="body"/>
          </p:nvPr>
        </p:nvSpPr>
        <p:spPr/>
        <p:txBody>
          <a:bodyPr/>
          <a:p>
            <a:r>
              <a:rPr lang="en-US"/>
              <a:t>Fact 17 about topic 17: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18.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18</a:t>
            </a:r>
          </a:p>
        </p:txBody>
      </p:sp>
      <p:sp>
        <p:nvSpPr>
          <p:cNvPr id="3" name="b3"/>
          <p:cNvSpPr/>
          <p:nvPr>
            <p:ph type="body"/>
          </p:nvPr>
        </p:nvSpPr>
        <p:spPr/>
        <p:txBody>
          <a:bodyPr/>
          <a:p>
            <a:r>
              <a:rPr lang="en-US"/>
              <a:t>Fact 18 about topic 18: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19.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19</a:t>
            </a:r>
          </a:p>
        </p:txBody>
      </p:sp>
      <p:sp>
        <p:nvSpPr>
          <p:cNvPr id="3" name="b3"/>
          <p:cNvSpPr/>
          <p:nvPr>
            <p:ph type="body"/>
          </p:nvPr>
        </p:nvSpPr>
        <p:spPr/>
        <p:txBody>
          <a:bodyPr/>
          <a:p>
            <a:r>
              <a:rPr lang="en-US"/>
              <a:t>Fact 19 about topic 19: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20.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20</a:t>
            </a:r>
          </a:p>
        </p:txBody>
      </p:sp>
      <p:sp>
        <p:nvSpPr>
          <p:cNvPr id="3" name="b3"/>
          <p:cNvSpPr/>
          <p:nvPr>
            <p:ph type="body"/>
          </p:nvPr>
        </p:nvSpPr>
        <p:spPr/>
        <p:txBody>
          <a:bodyPr/>
          <a:p>
            <a:r>
              <a:rPr lang="en-US"/>
              <a:t>Fact 20 about topic 20: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21.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21</a:t>
            </a:r>
          </a:p>
        </p:txBody>
      </p:sp>
      <p:sp>
        <p:nvSpPr>
          <p:cNvPr id="3" name="b3"/>
          <p:cNvSpPr/>
          <p:nvPr>
            <p:ph type="body"/>
          </p:nvPr>
        </p:nvSpPr>
        <p:spPr/>
        <p:txBody>
          <a:bodyPr/>
          <a:p>
            <a:r>
              <a:rPr lang="en-US"/>
              <a:t>Fact 21 about topic 21: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22.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22</a:t>
            </a:r>
          </a:p>
        </p:txBody>
      </p:sp>
      <p:sp>
        <p:nvSpPr>
          <p:cNvPr id="3" name="b3"/>
          <p:cNvSpPr/>
          <p:nvPr>
            <p:ph type="body"/>
          </p:nvPr>
        </p:nvSpPr>
        <p:spPr/>
        <p:txBody>
          <a:bodyPr/>
          <a:p>
            <a:r>
              <a:rPr lang="en-US"/>
              <a:t>Fact 22 about topic 22: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23.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23</a:t>
            </a:r>
          </a:p>
        </p:txBody>
      </p:sp>
      <p:sp>
        <p:nvSpPr>
          <p:cNvPr id="3" name="b3"/>
          <p:cNvSpPr/>
          <p:nvPr>
            <p:ph type="body"/>
          </p:nvPr>
        </p:nvSpPr>
        <p:spPr/>
        <p:txBody>
          <a:bodyPr/>
          <a:p>
            <a:r>
              <a:rPr lang="en-US"/>
              <a:t>Fact 23 about topic 23: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24.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24</a:t>
            </a:r>
          </a:p>
        </p:txBody>
      </p:sp>
      <p:sp>
        <p:nvSpPr>
          <p:cNvPr id="3" name="b3"/>
          <p:cNvSpPr/>
          <p:nvPr>
            <p:ph type="body"/>
          </p:nvPr>
        </p:nvSpPr>
        <p:spPr/>
        <p:txBody>
          <a:bodyPr/>
          <a:p>
            <a:r>
              <a:rPr lang="en-US"/>
              <a:t>Fact 24 about topic 24: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25.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25</a:t>
            </a:r>
          </a:p>
        </p:txBody>
      </p:sp>
      <p:sp>
        <p:nvSpPr>
          <p:cNvPr id="3" name="b3"/>
          <p:cNvSpPr/>
          <p:nvPr>
            <p:ph type="body"/>
          </p:nvPr>
        </p:nvSpPr>
        <p:spPr/>
        <p:txBody>
          <a:bodyPr/>
          <a:p>
            <a:r>
              <a:rPr lang="en-US"/>
              <a:t>Fact 25 about topic 25: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26.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26</a:t>
            </a:r>
          </a:p>
        </p:txBody>
      </p:sp>
      <p:sp>
        <p:nvSpPr>
          <p:cNvPr id="3" name="b3"/>
          <p:cNvSpPr/>
          <p:nvPr>
            <p:ph type="body"/>
          </p:nvPr>
        </p:nvSpPr>
        <p:spPr/>
        <p:txBody>
          <a:bodyPr/>
          <a:p>
            <a:r>
              <a:rPr lang="en-US"/>
              <a:t>Fact 26 about topic 26: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27.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27</a:t>
            </a:r>
          </a:p>
        </p:txBody>
      </p:sp>
      <p:sp>
        <p:nvSpPr>
          <p:cNvPr id="3" name="b3"/>
          <p:cNvSpPr/>
          <p:nvPr>
            <p:ph type="body"/>
          </p:nvPr>
        </p:nvSpPr>
        <p:spPr/>
        <p:txBody>
          <a:bodyPr/>
          <a:p>
            <a:r>
              <a:rPr lang="en-US"/>
              <a:t>Fact 27 about topic 27: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28.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28</a:t>
            </a:r>
          </a:p>
        </p:txBody>
      </p:sp>
      <p:sp>
        <p:nvSpPr>
          <p:cNvPr id="3" name="b3"/>
          <p:cNvSpPr/>
          <p:nvPr>
            <p:ph type="body"/>
          </p:nvPr>
        </p:nvSpPr>
        <p:spPr/>
        <p:txBody>
          <a:bodyPr/>
          <a:p>
            <a:r>
              <a:rPr lang="en-US"/>
              <a:t>Fact 28 about topic 28: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29.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29</a:t>
            </a:r>
          </a:p>
        </p:txBody>
      </p:sp>
      <p:sp>
        <p:nvSpPr>
          <p:cNvPr id="3" name="b3"/>
          <p:cNvSpPr/>
          <p:nvPr>
            <p:ph type="body"/>
          </p:nvPr>
        </p:nvSpPr>
        <p:spPr/>
        <p:txBody>
          <a:bodyPr/>
          <a:p>
            <a:r>
              <a:rPr lang="en-US"/>
              <a:t>Fact 29 about topic 29: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

<file path=ppt/slides/slide30.xml><?xml version="1.0" encoding="utf-8"?>
<p:sld xmlns:a="http://schemas.openxmlformats.org/drawingml/2006/main" xmlns:p="http://schemas.openxmlformats.org/presentationml/2006/main" xmlns:r="http://schemas.openxmlformats.org/officeDocument/2006/relationships">
  <p:cSld>
    <p:spTree>
      <p:sp>
        <p:nvSpPr>
          <p:cNvPr id="2" name="b2"/>
          <p:cNvSpPr/>
          <p:nvPr>
            <p:ph type="title"/>
          </p:nvPr>
        </p:nvSpPr>
        <p:spPr/>
        <p:txBody>
          <a:bodyPr/>
          <a:p>
            <a:r>
              <a:rPr lang="en-US"/>
              <a:t>Topic 30</a:t>
            </a:r>
          </a:p>
        </p:txBody>
      </p:sp>
      <p:sp>
        <p:nvSpPr>
          <p:cNvPr id="3" name="b3"/>
          <p:cNvSpPr/>
          <p:nvPr>
            <p:ph type="body"/>
          </p:nvPr>
        </p:nvSpPr>
        <p:spPr/>
        <p:txBody>
          <a:bodyPr/>
          <a:p>
            <a:r>
              <a:rPr lang="en-US"/>
              <a:t>Fact 30 about topic 30: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Tree>
  </p:cSld>
</p:sld>
</file>