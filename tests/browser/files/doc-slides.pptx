
<file path=[Content_Types].xml><?xml version="1.0" encoding="utf-8"?>
<Types xmlns="http://schemas.openxmlformats.org/package/2006/content-types"/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7" r:id="rId3"/>
    <p:sldId id="256" r:id="rId2"/>
    <p:sldId id="258" r:id="rId4"/>
  </p:sldIdLst>
</p:presentation>
</file>

<file path=ppt/_rels/presentation.xml.rels><?xml version="1.0"?><Relationships xmlns="http://schemas.openxmlformats.org/package/2006/relationships"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/Relationships>
</file>

<file path=ppt/notesSlides/notes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b2"/>
          <p:cNvSpPr/>
          <p:nvPr>
            <p:ph type="sldImg"/>
          </p:nvPr>
        </p:nvSpPr>
        <p:spPr/>
        <p:txBody>
          <a:bodyPr/>
          <a:p/>
        </p:txBody>
      </p:sp>
      <p:sp>
        <p:nvSpPr>
          <p:cNvPr id="3" name="b3"/>
          <p:cNvSpPr/>
          <p:nvPr>
            <p:ph type="body"/>
          </p:nvPr>
        </p:nvSpPr>
        <p:spPr/>
        <p:txBody>
          <a:bodyPr/>
          <a:p>
            <a:r>
              <a:rPr lang="en-US"/>
              <a:t>Remember the Calvin cycle is the dark reaction</a:t>
            </a:r>
          </a:p>
        </p:txBody>
      </p:sp>
    </p:spTree>
  </p:cSld>
</p:sld>
</file>

<file path=ppt/slides/_rels/slide1.xml.rels><?xml version="1.0"?><Relationships xmlns="http://schemas.openxmlformats.org/package/2006/relationships"><Relationship Id="rId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b2"/>
          <p:cNvSpPr/>
          <p:nvPr>
            <p:ph type="title"/>
          </p:nvPr>
        </p:nvSpPr>
        <p:spPr/>
        <p:txBody>
          <a:bodyPr/>
          <a:p>
            <a:r>
              <a:rPr lang="en-US"/>
              <a:t>Photosynthesis</a:t>
            </a:r>
          </a:p>
        </p:txBody>
      </p:sp>
      <p:sp>
        <p:nvSpPr>
          <p:cNvPr id="3" name="b3"/>
          <p:cNvSpPr/>
          <p:nvPr>
            <p:ph type="body"/>
          </p:nvPr>
        </p:nvSpPr>
        <p:spPr/>
        <p:txBody>
          <a:bodyPr/>
          <a:p>
            <a:r>
              <a:rPr lang="en-US"/>
              <a:t>Plants turn light into sugar</a:t>
            </a:r>
          </a:p>
          <a:p>
            <a:r>
              <a:rPr lang="en-US"/>
              <a:t/>
            </a:r>
            <a:r>
              <a:rPr lang="en-US"/>
              <a:t>Chlorophyll absorbs red &amp; blue light</a:t>
            </a:r>
          </a:p>
        </p:txBody>
      </p:sp>
      <p:sp>
        <p:nvSpPr>
          <p:cNvPr id="4" name="b4"/>
          <p:cNvSpPr/>
          <p:nvPr>
            <p:ph type="sldNum"/>
          </p:nvPr>
        </p:nvSpPr>
        <p:spPr/>
        <p:txBody>
          <a:bodyPr/>
          <a:p>
            <a:fld id="{1}" type="slidenum">
              <a:t>2</a:t>
            </a:fld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b2"/>
          <p:cNvSpPr/>
          <p:nvPr>
            <p:ph type="title"/>
          </p:nvPr>
        </p:nvSpPr>
        <p:spPr/>
        <p:txBody>
          <a:bodyPr/>
          <a:p>
            <a:r>
              <a:rPr lang="en-US"/>
              <a:t>Cell cycle</a:t>
            </a:r>
          </a:p>
        </p:txBody>
      </p:sp>
      <p:sp>
        <p:nvSpPr>
          <p:cNvPr id="3" name="b3"/>
          <p:cNvSpPr/>
          <p:nvPr>
            <p:ph type="body"/>
          </p:nvPr>
        </p:nvSpPr>
        <p:spPr/>
        <p:txBody>
          <a:bodyPr/>
          <a:p>
            <a:r>
              <a:rPr lang="en-US"/>
              <a:t>Interphase comes before mitosis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b2"/>
          <p:cNvSpPr/>
          <p:nvPr>
            <p:ph type="title"/>
          </p:nvPr>
        </p:nvSpPr>
        <p:spPr/>
        <p:txBody>
          <a:bodyPr/>
          <a:p>
            <a:r>
              <a:rPr lang="en-US"/>
              <a:t>Genetics</a:t>
            </a:r>
          </a:p>
        </p:txBody>
      </p:sp>
      <p:sp>
        <p:nvSpPr>
          <p:cNvPr id="3" name="b3"/>
          <p:cNvSpPr/>
          <p:nvPr>
            <p:ph type="body"/>
          </p:nvPr>
        </p:nvSpPr>
        <p:spPr/>
        <p:txBody>
          <a:bodyPr/>
          <a:p>
            <a:r>
              <a:rPr lang="en-US"/>
              <a:t>An allele is a version of a gene</a:t>
            </a:r>
          </a:p>
        </p:txBody>
      </p:sp>
    </p:spTree>
  </p:cSld>
</p:sld>
</file>